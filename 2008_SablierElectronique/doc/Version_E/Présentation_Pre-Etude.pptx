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8F5C11-61C8-44A1-B8D6-B9EA0ED95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34946F-6C33-4649-9610-588D99F90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51CE89-51DC-47A2-9CD3-87CEF97D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1DA3D8-4870-4D10-B56A-5196AD8E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65E360-CFAD-4BCC-93B2-34305272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8600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47C276-FDD7-4368-9858-7575B175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F7D7E0-A3C4-49B0-935B-91B519050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12920F-4B01-49BB-867D-AABBAE83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0759CC-1157-4D1F-B230-D4776D38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6736A5-66BA-4DC9-9AA1-19D64DF9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079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802B1-973A-408B-A6C7-F52269F0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B5E17E-B8F6-44E3-8F94-1A20BCD6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8CA6B0-2591-4811-877B-BB9C030E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52F582-0271-4746-9A09-C410ECF1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E13FD-B24F-4A38-A09B-B9424771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4868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BA6285-BA7E-4BA5-8EC5-BFC7688AE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1A9CEE-7ECB-4374-B5F7-B6C4FC975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8C5377-A2C5-42FD-B406-6293E66AF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843243-657F-468B-BE89-F673F653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55DC34-4565-4D73-9FD7-BDEFF127C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31727C-6A86-4B5E-A475-0AE0FC3F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31753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6F45D-F801-4155-BA65-3AF4D1C3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C7EDB0-60B3-43C9-8CD3-26F3140F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13798D-5A65-468F-A095-85196AB04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941A92F-B20B-4F2A-BADB-C83329548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4A4A31-1BA0-44CB-AD31-C3E4F8F8F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49A13E8-B024-42CA-9B6D-29F21125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4BE50D-C106-4379-8F9C-A880AE03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E807385-27AE-4F6A-8202-1145B7F0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5749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BDD541-1FDA-454B-951E-8109AAE3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12BAB7-65B0-4668-A512-C20137DA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21972F6-8A46-4410-AE3A-92DE42DC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405F16-4AB6-4FA3-9BA4-B24A2C24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9993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41CEC9F-029C-4A00-98EA-C27F05A9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125F43-5A39-4FC6-9305-E2283D74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29A825-3A30-4BC7-82CA-28407CF0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6812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EF90D-57C4-40A3-9F43-2FAF0B7B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792A4-1E21-478B-8849-21CD724F6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F7F427-19BE-4F0E-8429-730C3C123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36DA48-D7A2-43D3-AAA3-3C40A047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F41D26-C96B-4894-B706-440A9C9F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C61C8D-8B68-4B57-9C83-781C9E27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8827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0C30F-AA60-44EC-87EC-657EF731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88B0BBB-FBB6-411E-948C-E74629C44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A54574-B650-42C4-84BC-8A4F65901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AC8C55-097E-4A00-B6C3-FB476F64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110A5-FB32-4A75-ADE6-615188C0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0C1701-F387-49F9-907E-F141E51B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4620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FCC4F-43CC-41CF-B0F4-6AA9BF91E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A8F356-4821-4A83-986D-84932C4C0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042522-80EF-4E13-8EB0-4CFA20A8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3C626C-AC3A-47D0-A8DA-79CF60B2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6A91A1-4873-46DB-8A0F-983B2010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570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CC1D94C-F322-4231-9C2E-AD3FDC41F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9EFBBA-0C55-4DB2-8969-8ABFF4FA3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BD2A8A-0C52-4C85-B646-C5BCD58E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2FF1DC-8277-4025-B865-F1DD1FE9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50F720-61F2-4D66-80C2-A6DC079C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7138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7A8E62-8B04-434C-88C8-2B66349C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0B05D0-5284-4813-85C0-A3657AA7B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DDB333-981E-46DE-A8F8-FE5F6272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7A19CF-F4DF-485C-B201-A68392EB5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1C0C85-08C6-4C3B-B7D1-34499CD7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1448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13C97CE-7399-4826-B822-548901CA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FA9D34-0889-4B94-A8DD-5C248A9AB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286ABE-5D0E-4729-9E78-454709467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92611-7311-4852-B0B9-0B02A8BE42AD}" type="datetimeFigureOut">
              <a:rPr lang="fr-CH" smtClean="0"/>
              <a:t>11.12.2025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678054-4EA7-47DE-91EF-757ADC79C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DC99E1-334A-44C9-B48B-80715C86B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3ABD3-8EF5-4E2B-87EA-170B3824670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813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CB6C7-0251-4256-BA6F-702A3AE1B0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/>
              <a:t>Projet Sablier Électronique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D7BBF2-2DC6-4548-B4DA-1B87B701F4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/>
              <a:t>Rapport de Pré-Étude</a:t>
            </a:r>
          </a:p>
          <a:p>
            <a:r>
              <a:rPr lang="fr-CH"/>
              <a:t>Jérémie Jean-Elie | ETML-ES</a:t>
            </a:r>
          </a:p>
        </p:txBody>
      </p:sp>
    </p:spTree>
    <p:extLst>
      <p:ext uri="{BB962C8B-B14F-4D97-AF65-F5344CB8AC3E}">
        <p14:creationId xmlns:p14="http://schemas.microsoft.com/office/powerpoint/2010/main" val="342432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918861-D733-461B-B396-E87CAF58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Objectifs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BF6CF8-B85E-4E04-89ED-50CE3E228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Visualiser le temps restant pour les travaux écrits (étudiants)</a:t>
            </a:r>
          </a:p>
          <a:p>
            <a:r>
              <a:rPr lang="fr-CH"/>
              <a:t>• Utilisation autonome (Boutons/LEDs) ou connectée (USB/C#)</a:t>
            </a:r>
          </a:p>
          <a:p>
            <a:r>
              <a:rPr lang="fr-CH"/>
              <a:t>• Option de visualisation sur page Web via Wi-Fi</a:t>
            </a:r>
          </a:p>
          <a:p>
            <a:r>
              <a:rPr lang="fr-CH"/>
              <a:t>• Durée configurable de 5 min à 4 heures</a:t>
            </a:r>
          </a:p>
        </p:txBody>
      </p:sp>
    </p:spTree>
    <p:extLst>
      <p:ext uri="{BB962C8B-B14F-4D97-AF65-F5344CB8AC3E}">
        <p14:creationId xmlns:p14="http://schemas.microsoft.com/office/powerpoint/2010/main" val="3939235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95A0A-20B3-4C17-8794-F8EEFB68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Cahier des Charges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13A4E5-04B2-42AB-83F1-44C4600F3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Alimentation : Bloc secteur 5V ou batterie</a:t>
            </a:r>
          </a:p>
          <a:p>
            <a:r>
              <a:rPr lang="fr-CH"/>
              <a:t>• Fonctionnalités : Start/Stop, Réglage volume buzzer</a:t>
            </a:r>
          </a:p>
          <a:p>
            <a:r>
              <a:rPr lang="fr-CH"/>
              <a:t>• Fin de cycle : Clignotement LED + Signal sonore (15s)</a:t>
            </a:r>
          </a:p>
          <a:p>
            <a:r>
              <a:rPr lang="fr-CH"/>
              <a:t>• Mécanique : Intégration dans un boîtier adapté</a:t>
            </a:r>
          </a:p>
        </p:txBody>
      </p:sp>
    </p:spTree>
    <p:extLst>
      <p:ext uri="{BB962C8B-B14F-4D97-AF65-F5344CB8AC3E}">
        <p14:creationId xmlns:p14="http://schemas.microsoft.com/office/powerpoint/2010/main" val="39662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770806-D253-41E7-B341-64044C49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État Actuel &amp; Problématiques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759F53-57F0-4817-BE7E-19A456D5E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Ce qui fonctionne : Écoulement du sable, réglage du temps</a:t>
            </a:r>
          </a:p>
          <a:p>
            <a:r>
              <a:rPr lang="fr-CH"/>
              <a:t>• Défauts majeurs : Erreurs design PCB, résistance manquante</a:t>
            </a:r>
          </a:p>
          <a:p>
            <a:r>
              <a:rPr lang="fr-CH"/>
              <a:t>• Manquants : Connecteurs alim/batterie, USB PC, Wi-Fi</a:t>
            </a:r>
          </a:p>
          <a:p>
            <a:r>
              <a:rPr lang="fr-CH"/>
              <a:t>• Amélioration requise : Connexion matrice LEDs fragile</a:t>
            </a:r>
          </a:p>
        </p:txBody>
      </p:sp>
    </p:spTree>
    <p:extLst>
      <p:ext uri="{BB962C8B-B14F-4D97-AF65-F5344CB8AC3E}">
        <p14:creationId xmlns:p14="http://schemas.microsoft.com/office/powerpoint/2010/main" val="245162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D5581D-040D-46CC-B03A-991EC117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Architecture Système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3BBB77-981F-4755-86F3-CA1848F11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Cœur : Microcontrôleur PIC32</a:t>
            </a:r>
          </a:p>
          <a:p>
            <a:r>
              <a:rPr lang="fr-CH"/>
              <a:t>• Affichage : Matrices à LEDs + Multiplexeurs</a:t>
            </a:r>
          </a:p>
          <a:p>
            <a:r>
              <a:rPr lang="fr-CH"/>
              <a:t>• Capteurs : Centrale Inertielle (IAM-20680)</a:t>
            </a:r>
          </a:p>
          <a:p>
            <a:r>
              <a:rPr lang="fr-CH"/>
              <a:t>• Comms : Module Wi-Fi (ESP32) &amp; Interface USB</a:t>
            </a:r>
          </a:p>
          <a:p>
            <a:r>
              <a:rPr lang="fr-CH"/>
              <a:t>• Énergie : Régulateurs Buck 3.3V</a:t>
            </a:r>
          </a:p>
        </p:txBody>
      </p:sp>
    </p:spTree>
    <p:extLst>
      <p:ext uri="{BB962C8B-B14F-4D97-AF65-F5344CB8AC3E}">
        <p14:creationId xmlns:p14="http://schemas.microsoft.com/office/powerpoint/2010/main" val="304541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E55186-8ACA-4E96-BA8D-8EB385CE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Choix Technologiques (1/2)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FFA7B8-1C0B-4226-A7B3-81FB4E6A4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Alimentation : Batterie LiPo/Li-Ion choisie</a:t>
            </a:r>
          </a:p>
          <a:p>
            <a:r>
              <a:rPr lang="fr-CH"/>
              <a:t>  - Nécessite convertisseurs DC-DC faible chute (LDO/Buck)</a:t>
            </a:r>
          </a:p>
          <a:p>
            <a:r>
              <a:rPr lang="fr-CH"/>
              <a:t>• Capteur Mouvement : IAM-20680 (Centrale Inertielle)</a:t>
            </a:r>
          </a:p>
          <a:p>
            <a:r>
              <a:rPr lang="fr-CH"/>
              <a:t>  - Communication SPI</a:t>
            </a:r>
          </a:p>
          <a:p>
            <a:r>
              <a:rPr lang="fr-CH"/>
              <a:t>  - Remplace le gyroscope seul pour plus de stabilité</a:t>
            </a:r>
          </a:p>
        </p:txBody>
      </p:sp>
    </p:spTree>
    <p:extLst>
      <p:ext uri="{BB962C8B-B14F-4D97-AF65-F5344CB8AC3E}">
        <p14:creationId xmlns:p14="http://schemas.microsoft.com/office/powerpoint/2010/main" val="116973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50700-E6E9-47B8-BF3F-7E5556E2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Choix Technologiques (2/2)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DDAF2D-83E9-472F-8801-0B14B700C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Microcontrôleur : PIC32MX795F512L</a:t>
            </a:r>
          </a:p>
          <a:p>
            <a:r>
              <a:rPr lang="fr-CH"/>
              <a:t>  - Standard ETML (facilité de dév), Nombreuses I/O</a:t>
            </a:r>
          </a:p>
          <a:p>
            <a:r>
              <a:rPr lang="fr-CH"/>
              <a:t>• Connectivité :</a:t>
            </a:r>
          </a:p>
          <a:p>
            <a:r>
              <a:rPr lang="fr-CH"/>
              <a:t>  - USB : Protection via chip USBLC6</a:t>
            </a:r>
          </a:p>
          <a:p>
            <a:r>
              <a:rPr lang="fr-CH"/>
              <a:t>  - Wi-Fi : Module ESP32 pour serveur web embarqué</a:t>
            </a:r>
          </a:p>
        </p:txBody>
      </p:sp>
    </p:spTree>
    <p:extLst>
      <p:ext uri="{BB962C8B-B14F-4D97-AF65-F5344CB8AC3E}">
        <p14:creationId xmlns:p14="http://schemas.microsoft.com/office/powerpoint/2010/main" val="954979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0FA13-455C-4043-A159-DEF7CB20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Optimisation : Commande des LEDs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2E2A1E-8CF7-4BDA-A589-1B9CCA62C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Stratégie : Réutilisation des matrices existantes</a:t>
            </a:r>
          </a:p>
          <a:p>
            <a:r>
              <a:rPr lang="fr-CH"/>
              <a:t>• Problème : Trop de MOSFETs sur la carte principale</a:t>
            </a:r>
          </a:p>
          <a:p>
            <a:r>
              <a:rPr lang="fr-CH"/>
              <a:t>• Piste d'amélioration :</a:t>
            </a:r>
          </a:p>
          <a:p>
            <a:r>
              <a:rPr lang="fr-CH"/>
              <a:t>  - Remplacer les MOSFETs de colonnes par un Driver LED</a:t>
            </a:r>
          </a:p>
          <a:p>
            <a:r>
              <a:rPr lang="fr-CH"/>
              <a:t>  - Objectif : Gain de place significatif sur le PCB</a:t>
            </a:r>
          </a:p>
        </p:txBody>
      </p:sp>
    </p:spTree>
    <p:extLst>
      <p:ext uri="{BB962C8B-B14F-4D97-AF65-F5344CB8AC3E}">
        <p14:creationId xmlns:p14="http://schemas.microsoft.com/office/powerpoint/2010/main" val="865392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8EDB6-511E-4B2E-B635-32959E83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Budget et Planning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A16582-C4E5-4DC5-B07C-04AA14C6D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Budget Estimé : 123.32 CHF</a:t>
            </a:r>
          </a:p>
          <a:p>
            <a:r>
              <a:rPr lang="fr-CH"/>
              <a:t>  - PCB : ~80 CHF</a:t>
            </a:r>
          </a:p>
          <a:p>
            <a:r>
              <a:rPr lang="fr-CH"/>
              <a:t>  - Composants (PIC32, IMU, ESP32) : ~43 CHF</a:t>
            </a:r>
          </a:p>
          <a:p>
            <a:r>
              <a:rPr lang="fr-CH"/>
              <a:t>• Planning : Phase de pré-étude terminée dans les délais (05.12.2025)</a:t>
            </a:r>
          </a:p>
        </p:txBody>
      </p:sp>
    </p:spTree>
    <p:extLst>
      <p:ext uri="{BB962C8B-B14F-4D97-AF65-F5344CB8AC3E}">
        <p14:creationId xmlns:p14="http://schemas.microsoft.com/office/powerpoint/2010/main" val="1551527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4E436-5E85-43FA-901D-56700B2F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Conclusion &amp; Perspectives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A29B6D-EABE-4B55-BD31-8BFC42FFD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• Prochaines étapes :</a:t>
            </a:r>
          </a:p>
          <a:p>
            <a:r>
              <a:rPr lang="fr-CH"/>
              <a:t>  1. Correction des erreurs de schéma (résistances, multiplexeurs)</a:t>
            </a:r>
          </a:p>
          <a:p>
            <a:r>
              <a:rPr lang="fr-CH"/>
              <a:t>  2. Décision finale sur le Driver LED vs MOSFETs</a:t>
            </a:r>
          </a:p>
          <a:p>
            <a:r>
              <a:rPr lang="fr-CH"/>
              <a:t>  3. Design du PCB optimisé et du boîtier</a:t>
            </a:r>
          </a:p>
          <a:p>
            <a:r>
              <a:rPr lang="fr-CH"/>
              <a:t>• Objectif final : Un produit fini, autonome et connecté</a:t>
            </a:r>
          </a:p>
        </p:txBody>
      </p:sp>
    </p:spTree>
    <p:extLst>
      <p:ext uri="{BB962C8B-B14F-4D97-AF65-F5344CB8AC3E}">
        <p14:creationId xmlns:p14="http://schemas.microsoft.com/office/powerpoint/2010/main" val="21916594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Grand écran</PresentationFormat>
  <Paragraphs>53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Projet Sablier Électronique</vt:lpstr>
      <vt:lpstr>Objectifs du Projet</vt:lpstr>
      <vt:lpstr>Cahier des Charges</vt:lpstr>
      <vt:lpstr>État Actuel &amp; Problématiques</vt:lpstr>
      <vt:lpstr>Architecture Système</vt:lpstr>
      <vt:lpstr>Choix Technologiques (1/2)</vt:lpstr>
      <vt:lpstr>Choix Technologiques (2/2)</vt:lpstr>
      <vt:lpstr>Optimisation : Commande des LEDs</vt:lpstr>
      <vt:lpstr>Budget et Planning</vt:lpstr>
      <vt:lpstr>Conclusion &amp; Perspectives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Sablier Électronique</dc:title>
  <dc:creator>Jérémie Jean-Elie</dc:creator>
  <cp:lastModifiedBy>Jérémie Jean-Elie</cp:lastModifiedBy>
  <cp:revision>1</cp:revision>
  <dcterms:created xsi:type="dcterms:W3CDTF">2025-12-11T08:35:55Z</dcterms:created>
  <dcterms:modified xsi:type="dcterms:W3CDTF">2025-12-11T08:35:56Z</dcterms:modified>
</cp:coreProperties>
</file>